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core promise: the office keeps moving even when the internet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grounded in real office pain, not software jargon.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product as an operating system for the office, not a feature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value is speed. The staff should feel like the app removes friction, not adds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clear that output is part of the product, not a side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reason to buy. Say it plainly and with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product value to commercial value without sounding pushy.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needs to be easy for office staff, but still safe for the administrator.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offline bundle as the practical first step. Cloud comes later if the school wants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roadmap short and credible. The first win is the offline install.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real pilot question, not a generic marketing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Foundry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school office software for payments, receipts, statements, and class lists.
</a:t>
            </a:r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local-first administration for schools that cannot afford downtime.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schools live with today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 are tracked in spreadsheets, notebooks, and memory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Receipts take too long to issue or reconcile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Statements are slow to prepare and easy to get wrong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lists drift out of date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 outages break the office rhythm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Platform Fits Together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Foundry is one system with five jobs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Learner registry and quick search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recording and balance tracking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Receipts and statements on demand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lists and exports for the office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and admin control for reliability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Search to Payment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workflow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Search the learner by name or ID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Open the account instantly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Enter the payment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Save and move straight to proof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Receipts, Statements, and Class Lists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staff can produce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Receipt for immediate proof of payment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Statement for balances and follow-up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list for daily office use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export for printing and sharing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export for office editing and analysis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Offline Wins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means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dependency on internet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continues during outages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stays on the school machine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Printing is local and fast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Backups are simple and under school control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Pays Back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for the school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office service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Fewer receipting mistakes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Cleaner audit trail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parent trust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 reconciliation stress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for the business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One-time deployment creates the first sale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and support create ongoing revenue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hardware bundles raise the average order value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sync becomes the next upsell, not the first dependency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Control Without Chaos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features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accounts and permissions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logs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branding and settings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and restore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Maintenance tools for recovery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Built-in user guide for training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Offline Bundle Includes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Bundle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 app install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database setup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Branding setup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training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Receipting and statements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and Excel export workflow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guidance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 later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sync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 access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 portal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Messaging add-ons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 offline office workflow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edition for remote access and multi-device use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Parent-facing features and central reporting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Want From the Pilot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need to learn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it easy for office staff to use?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 the outputs clear enough?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printing work with the school setup?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the account view feel fast?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should improve first?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2026-05-29T00:14:20Z</dcterms:created>
  <dcterms:modified xsi:type="dcterms:W3CDTF">2026-05-29T00:14:21Z</dcterms:modified>
</cp:coreProperties>
</file>